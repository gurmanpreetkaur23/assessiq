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 dirty="0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 dirty="0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 dirty="0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800" dirty="0" err="1"/>
              <a:t>AssessIQ</a:t>
            </a:r>
            <a:br>
              <a:rPr lang="en-IN" sz="4800" dirty="0"/>
            </a:b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Parth Gera(2210990643)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Gurmanpreet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Kaur(2210990341)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Dr. Gurpreet Singh</a:t>
            </a:r>
            <a:br>
              <a:rPr lang="en-IN" sz="2000" dirty="0"/>
            </a:b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106FD-2932-7F3C-9836-08116C7C2EAC}"/>
              </a:ext>
            </a:extLst>
          </p:cNvPr>
          <p:cNvSpPr txBox="1"/>
          <p:nvPr/>
        </p:nvSpPr>
        <p:spPr>
          <a:xfrm>
            <a:off x="707922" y="1307690"/>
            <a:ext cx="734469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dirty="0"/>
              <a:t>Traditional assessment systems are manual, time-consuming.</a:t>
            </a:r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dirty="0"/>
              <a:t>Delay in evaluation and result generation reduces productivity.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Human errors in checking and scoring affect accuracy and reliability.</a:t>
            </a:r>
          </a:p>
          <a:p>
            <a:pPr eaLnBrk="0" fontAlgn="base" hangingPunct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dirty="0"/>
              <a:t>Lack of scalability makes it difficult to manage large numbers of assessments.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dirty="0"/>
              <a:t>Existing systems do not provide instant feedback and performance analysis.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03F47-E5CD-B74B-3982-4287BFC1C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8CBCDF8-3C75-7E71-B3EB-61EAD7D98D8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Solution Overview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30D4C07-EA7A-8484-93B8-E60BED40789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0332DB6-A447-E522-FCE0-1D902FCEDD45}"/>
              </a:ext>
            </a:extLst>
          </p:cNvPr>
          <p:cNvSpPr txBox="1"/>
          <p:nvPr/>
        </p:nvSpPr>
        <p:spPr>
          <a:xfrm>
            <a:off x="457200" y="923544"/>
            <a:ext cx="8545528" cy="394106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/>
              <a:t>AssessIQ</a:t>
            </a:r>
            <a:r>
              <a:rPr lang="en-US" dirty="0"/>
              <a:t> provides a modern web-based online assessment platform.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Enables users to register, log in, and attempt tests digitally.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Automates evaluation and generates instant results accurately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Ensures smooth communication between frontend, backend, and database.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Uses secure JWT authentication for protected user access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Provides a responsive and user-friendly interface for better user experience.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46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E65D-5FE5-B7C3-6784-2F225DBE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5AD11CD-1401-CFE6-7E47-CC4A331B1BC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Key Features</a:t>
            </a:r>
            <a:endParaRPr lang="en-US" sz="3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A30D341-2924-CFA2-192F-7C41F6E688D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2DF281-A1F7-9DC2-756B-EDC3F5C28A53}"/>
              </a:ext>
            </a:extLst>
          </p:cNvPr>
          <p:cNvSpPr txBox="1"/>
          <p:nvPr/>
        </p:nvSpPr>
        <p:spPr>
          <a:xfrm>
            <a:off x="457200" y="1109742"/>
            <a:ext cx="8434136" cy="43886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Secure user authentication using JWT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Online test and assessment management.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Instant automated result generation.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Responsive and interactive user interface.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RESTful API-based communication.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Real-time feedback after assessment submission.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Scalable and modular full-stack architecture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4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76349-29FD-9793-8B2D-0BEEF109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59A3E41-83FF-C815-3750-3D970FF5FC2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Tech Stack</a:t>
            </a:r>
            <a:endParaRPr lang="en-US" sz="3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45CFE05-7D8D-16FC-FC6E-2A6518CFFED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DE21AFD-F1DC-DE61-931B-CD486C489F62}"/>
              </a:ext>
            </a:extLst>
          </p:cNvPr>
          <p:cNvSpPr txBox="1"/>
          <p:nvPr/>
        </p:nvSpPr>
        <p:spPr>
          <a:xfrm>
            <a:off x="457200" y="1109742"/>
            <a:ext cx="8434136" cy="43886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IN" b="1" dirty="0"/>
          </a:p>
          <a:p>
            <a:r>
              <a:rPr lang="en-IN" b="1" dirty="0"/>
              <a:t>Frontend:</a:t>
            </a:r>
          </a:p>
          <a:p>
            <a:r>
              <a:rPr lang="en-IN" dirty="0"/>
              <a:t>React.js – Dynamic and responsive user interface</a:t>
            </a:r>
          </a:p>
          <a:p>
            <a:r>
              <a:rPr lang="en-IN" dirty="0"/>
              <a:t>HTML5, CSS3, JavaScript – Structure, styling, and interactivity</a:t>
            </a:r>
          </a:p>
          <a:p>
            <a:endParaRPr lang="en-IN" dirty="0"/>
          </a:p>
          <a:p>
            <a:r>
              <a:rPr lang="en-IN" b="1" dirty="0"/>
              <a:t>Backend:</a:t>
            </a:r>
          </a:p>
          <a:p>
            <a:r>
              <a:rPr lang="en-IN" dirty="0"/>
              <a:t>Node.js – Server-side execution</a:t>
            </a:r>
          </a:p>
          <a:p>
            <a:r>
              <a:rPr lang="en-IN" dirty="0"/>
              <a:t>Express.js – RESTful APIs and routing</a:t>
            </a:r>
          </a:p>
          <a:p>
            <a:endParaRPr lang="en-IN" dirty="0"/>
          </a:p>
          <a:p>
            <a:r>
              <a:rPr lang="en-IN" b="1" dirty="0"/>
              <a:t>Database:</a:t>
            </a:r>
          </a:p>
          <a:p>
            <a:r>
              <a:rPr lang="en-IN" dirty="0"/>
              <a:t>MongoDB – Storage of users, questions, and results</a:t>
            </a:r>
          </a:p>
          <a:p>
            <a:endParaRPr lang="en-IN" dirty="0"/>
          </a:p>
          <a:p>
            <a:r>
              <a:rPr lang="en-IN" b="1" dirty="0"/>
              <a:t>Authentication:</a:t>
            </a:r>
          </a:p>
          <a:p>
            <a:r>
              <a:rPr lang="en-IN" dirty="0"/>
              <a:t>JWT (JSON Web Token) – Secure authentication and session management</a:t>
            </a:r>
          </a:p>
          <a:p>
            <a:endParaRPr lang="en-IN" dirty="0"/>
          </a:p>
          <a:p>
            <a:r>
              <a:rPr lang="en-IN" b="1" dirty="0"/>
              <a:t>Version Control:</a:t>
            </a:r>
          </a:p>
          <a:p>
            <a:r>
              <a:rPr lang="en-IN" dirty="0"/>
              <a:t>Git &amp; GitHub – Code management and repository hosting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42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ECBC-3540-27BA-9155-4FFF265A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2F4AEDC-F62B-551C-183C-00760E7DCC4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System Architecture</a:t>
            </a:r>
            <a:endParaRPr lang="en-US" sz="3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B8E1177-2823-D12B-8810-B05E71D8EA1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D3363C0-E4BD-990C-A235-C54FFF540C2F}"/>
              </a:ext>
            </a:extLst>
          </p:cNvPr>
          <p:cNvSpPr txBox="1"/>
          <p:nvPr/>
        </p:nvSpPr>
        <p:spPr>
          <a:xfrm>
            <a:off x="457200" y="1109742"/>
            <a:ext cx="8434136" cy="43886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IN" b="1" dirty="0"/>
          </a:p>
          <a:p>
            <a:r>
              <a:rPr lang="en-IN" b="1" dirty="0"/>
              <a:t>Frontend Layer:</a:t>
            </a:r>
          </a:p>
          <a:p>
            <a:r>
              <a:rPr lang="en-IN" dirty="0"/>
              <a:t>Handles user interaction through React.js components </a:t>
            </a:r>
          </a:p>
          <a:p>
            <a:r>
              <a:rPr lang="en-IN" dirty="0"/>
              <a:t>Provides registration, login, test interface, and result pages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Backend Layer:</a:t>
            </a:r>
          </a:p>
          <a:p>
            <a:r>
              <a:rPr lang="en-IN" dirty="0"/>
              <a:t>Processes user requests using Node.js and Express.js </a:t>
            </a:r>
          </a:p>
          <a:p>
            <a:r>
              <a:rPr lang="en-IN" dirty="0"/>
              <a:t>Handles authentication, evaluation logic, and API communication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Database Layer:</a:t>
            </a:r>
          </a:p>
          <a:p>
            <a:r>
              <a:rPr lang="en-IN" dirty="0"/>
              <a:t>Stores user details, questions, responses, and results using MongoDB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b="1" dirty="0"/>
              <a:t>Authentication Module:</a:t>
            </a:r>
          </a:p>
          <a:p>
            <a:r>
              <a:rPr lang="en-IN" dirty="0"/>
              <a:t>JWT verifies user identity and protects secure routes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36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83C2-4FC5-BC87-CEDD-9BE99D5EC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6A2DF83-4782-461E-B62B-9E024F656B2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AI &amp; Smart Features</a:t>
            </a:r>
            <a:endParaRPr lang="en-US" sz="3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D18B9FA-28DB-A788-7D01-6FDA7676855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1CC0BD4-25BB-46C1-89A2-2257B9726652}"/>
              </a:ext>
            </a:extLst>
          </p:cNvPr>
          <p:cNvSpPr txBox="1"/>
          <p:nvPr/>
        </p:nvSpPr>
        <p:spPr>
          <a:xfrm>
            <a:off x="457200" y="1109742"/>
            <a:ext cx="8434136" cy="43886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Automated evaluation of user responses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Instant score calculation and feedback generation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Secure session management using JWT authentication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Efficient API communication between frontend and backend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Modular architecture for scalability and maintainability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Future-ready design for adaptive testing and analytics integration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58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4046-81CB-EF25-CCC1-D4D2C8DF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3B6CF80-28D0-36AD-80E3-1DEC77C8CB2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Impact &amp; Conclusion</a:t>
            </a:r>
            <a:endParaRPr lang="en-US" sz="3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2410878-A415-831D-8937-20AE10010B4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C36E0BB-0B2E-F48C-0171-ACD2E707CEA9}"/>
              </a:ext>
            </a:extLst>
          </p:cNvPr>
          <p:cNvSpPr txBox="1"/>
          <p:nvPr/>
        </p:nvSpPr>
        <p:spPr>
          <a:xfrm>
            <a:off x="457200" y="1294920"/>
            <a:ext cx="8434136" cy="43886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b="1" dirty="0"/>
          </a:p>
          <a:p>
            <a:r>
              <a:rPr lang="en-US" b="1" dirty="0"/>
              <a:t>Impact:</a:t>
            </a:r>
          </a:p>
          <a:p>
            <a:r>
              <a:rPr lang="en-US" dirty="0"/>
              <a:t>Reduces manual effort in conducting assessments </a:t>
            </a:r>
          </a:p>
          <a:p>
            <a:r>
              <a:rPr lang="en-US" dirty="0"/>
              <a:t>Improves accuracy by eliminating human checking errors </a:t>
            </a:r>
          </a:p>
          <a:p>
            <a:r>
              <a:rPr lang="en-US" dirty="0"/>
              <a:t>Provides instant feedback and result generation </a:t>
            </a:r>
          </a:p>
          <a:p>
            <a:r>
              <a:rPr lang="en-US" dirty="0"/>
              <a:t>Enhances user experience through responsive design </a:t>
            </a:r>
          </a:p>
          <a:p>
            <a:r>
              <a:rPr lang="en-US" dirty="0"/>
              <a:t>Supports multiple users efficiently and reliably </a:t>
            </a:r>
          </a:p>
          <a:p>
            <a:endParaRPr lang="en-US" dirty="0"/>
          </a:p>
          <a:p>
            <a:r>
              <a:rPr lang="en-US" b="1" dirty="0"/>
              <a:t>Future Scope:</a:t>
            </a:r>
          </a:p>
          <a:p>
            <a:r>
              <a:rPr lang="en-US" dirty="0"/>
              <a:t>Adaptive testing based on user performance </a:t>
            </a:r>
          </a:p>
          <a:p>
            <a:r>
              <a:rPr lang="en-US" dirty="0"/>
              <a:t>Advanced analytics and performance insights </a:t>
            </a:r>
          </a:p>
          <a:p>
            <a:r>
              <a:rPr lang="en-US" dirty="0"/>
              <a:t>Real-time monitoring and anti-cheating mechanisms </a:t>
            </a:r>
          </a:p>
          <a:p>
            <a:r>
              <a:rPr lang="en-US" dirty="0"/>
              <a:t>Cloud deployment for better accessibility </a:t>
            </a:r>
          </a:p>
          <a:p>
            <a:r>
              <a:rPr lang="en-US" dirty="0"/>
              <a:t>Mobile application integration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→ “Automated Assessments → Better Learning → Smarter Evaluation”</a:t>
            </a:r>
          </a:p>
        </p:txBody>
      </p:sp>
    </p:spTree>
    <p:extLst>
      <p:ext uri="{BB962C8B-B14F-4D97-AF65-F5344CB8AC3E}">
        <p14:creationId xmlns:p14="http://schemas.microsoft.com/office/powerpoint/2010/main" val="241481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34753</TotalTime>
  <Words>514</Words>
  <Application>Microsoft Office PowerPoint</Application>
  <PresentationFormat>On-screen Show (4:3)</PresentationFormat>
  <Paragraphs>117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SIDDHARTH GARG</cp:lastModifiedBy>
  <cp:revision>2304</cp:revision>
  <dcterms:created xsi:type="dcterms:W3CDTF">2010-04-09T07:36:15Z</dcterms:created>
  <dcterms:modified xsi:type="dcterms:W3CDTF">2026-05-14T05:16:35Z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MSIP_Label_2a535040-0af2-483f-adc3-a132c21e3e2b_Enabled">
    <vt:lpwstr>true</vt:lpwstr>
  </property>
  <property fmtid="{D5CDD505-2E9C-101B-9397-08002B2CF9AE}" pid="15" name="MSIP_Label_2a535040-0af2-483f-adc3-a132c21e3e2b_SetDate">
    <vt:lpwstr>2026-05-01T03:49:30Z</vt:lpwstr>
  </property>
  <property fmtid="{D5CDD505-2E9C-101B-9397-08002B2CF9AE}" pid="16" name="MSIP_Label_2a535040-0af2-483f-adc3-a132c21e3e2b_Method">
    <vt:lpwstr>Standard</vt:lpwstr>
  </property>
  <property fmtid="{D5CDD505-2E9C-101B-9397-08002B2CF9AE}" pid="17" name="MSIP_Label_2a535040-0af2-483f-adc3-a132c21e3e2b_Name">
    <vt:lpwstr>EPAM_Confidential</vt:lpwstr>
  </property>
  <property fmtid="{D5CDD505-2E9C-101B-9397-08002B2CF9AE}" pid="18" name="MSIP_Label_2a535040-0af2-483f-adc3-a132c21e3e2b_SiteId">
    <vt:lpwstr>b41b72d0-4e9f-4c26-8a69-f949f367c91d</vt:lpwstr>
  </property>
  <property fmtid="{D5CDD505-2E9C-101B-9397-08002B2CF9AE}" pid="19" name="MSIP_Label_2a535040-0af2-483f-adc3-a132c21e3e2b_ActionId">
    <vt:lpwstr>46e2c7c6-a42b-410d-bca7-9f616b567c83</vt:lpwstr>
  </property>
  <property fmtid="{D5CDD505-2E9C-101B-9397-08002B2CF9AE}" pid="20" name="MSIP_Label_2a535040-0af2-483f-adc3-a132c21e3e2b_ContentBits">
    <vt:lpwstr>0</vt:lpwstr>
  </property>
  <property fmtid="{D5CDD505-2E9C-101B-9397-08002B2CF9AE}" pid="21" name="MSIP_Label_2a535040-0af2-483f-adc3-a132c21e3e2b_Tag">
    <vt:lpwstr>10, 3, 0, 1</vt:lpwstr>
  </property>
</Properties>
</file>